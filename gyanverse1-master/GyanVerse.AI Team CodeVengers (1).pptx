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8" r:id="rId12"/>
    <p:sldId id="319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715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viewProps" Target="viewProps.xml" /><Relationship Id="rId3" Type="http://schemas.openxmlformats.org/officeDocument/2006/relationships/customXml" Target="../customXml/item3.xml" /><Relationship Id="rId21" Type="http://schemas.microsoft.com/office/2018/10/relationships/authors" Target="author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presProps" Target="presProps.xml" /><Relationship Id="rId2" Type="http://schemas.openxmlformats.org/officeDocument/2006/relationships/customXml" Target="../customXml/item2.xml" /><Relationship Id="rId16" Type="http://schemas.openxmlformats.org/officeDocument/2006/relationships/handoutMaster" Target="handoutMasters/handoutMaster1.xml" /><Relationship Id="rId20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6.xml" /><Relationship Id="rId19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7E7A-F33D-FA52-07FC-7EB01E85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A164B-C42C-8FCE-EE8D-C09DB13E2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313AC-3352-3BDF-495B-6E0D15959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8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10.svg" /><Relationship Id="rId4" Type="http://schemas.openxmlformats.org/officeDocument/2006/relationships/image" Target="../media/image9.png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4" Type="http://schemas.openxmlformats.org/officeDocument/2006/relationships/image" Target="../media/image14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9.xml" /><Relationship Id="rId4" Type="http://schemas.openxmlformats.org/officeDocument/2006/relationships/image" Target="../media/image15.jp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6C1632-641D-D1D5-069E-4AF4233E7E0F}"/>
              </a:ext>
            </a:extLst>
          </p:cNvPr>
          <p:cNvSpPr txBox="1"/>
          <p:nvPr/>
        </p:nvSpPr>
        <p:spPr>
          <a:xfrm>
            <a:off x="3765755" y="2758472"/>
            <a:ext cx="5191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  <a:latin typeface="Bahnschrift" panose="020B0502040204020203" pitchFamily="34" charset="0"/>
              </a:rPr>
              <a:t>GyanVerse.AI</a:t>
            </a:r>
            <a:endParaRPr lang="en-IN" sz="60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A5FC9-A20D-0E3B-232C-2726C74790B3}"/>
              </a:ext>
            </a:extLst>
          </p:cNvPr>
          <p:cNvSpPr txBox="1"/>
          <p:nvPr/>
        </p:nvSpPr>
        <p:spPr>
          <a:xfrm>
            <a:off x="3932289" y="3774135"/>
            <a:ext cx="4419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2060"/>
                </a:solidFill>
              </a:rPr>
              <a:t>All-in-one AI-powered study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209EF-7825-2647-7DB2-850948D140C8}"/>
              </a:ext>
            </a:extLst>
          </p:cNvPr>
          <p:cNvSpPr txBox="1"/>
          <p:nvPr/>
        </p:nvSpPr>
        <p:spPr>
          <a:xfrm>
            <a:off x="3687097" y="5555226"/>
            <a:ext cx="4909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DFBF6"/>
                </a:solidFill>
                <a:latin typeface="Bahnschrift SemiLight" panose="020B0502040204020203" pitchFamily="34" charset="0"/>
              </a:rPr>
              <a:t>Developed by Team </a:t>
            </a:r>
            <a:r>
              <a:rPr lang="en-US" sz="2400" b="1" dirty="0" err="1">
                <a:solidFill>
                  <a:srgbClr val="FDFBF6"/>
                </a:solidFill>
                <a:latin typeface="Bahnschrift SemiLight" panose="020B0502040204020203" pitchFamily="34" charset="0"/>
              </a:rPr>
              <a:t>CodeVengers</a:t>
            </a:r>
            <a:endParaRPr lang="en-IN" sz="2400" b="1" dirty="0">
              <a:solidFill>
                <a:srgbClr val="FDFBF6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1CA0A-F13C-10A3-EA21-0C36880E7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497" y="241396"/>
            <a:ext cx="1826586" cy="18265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928688"/>
            <a:ext cx="6583680" cy="1531357"/>
          </a:xfrm>
        </p:spPr>
        <p:txBody>
          <a:bodyPr/>
          <a:lstStyle/>
          <a:p>
            <a:r>
              <a:rPr lang="en-US" dirty="0"/>
              <a:t>Problem statement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5" y="2578799"/>
            <a:ext cx="7570840" cy="387391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Aptos Display" panose="020B0004020202020204" pitchFamily="34" charset="0"/>
              </a:rPr>
              <a:t>Students waste time juggling multiple apps for notes, doubts, revision, and tracking, leading to confusion and poor learning habits. A single AI-powered study assistant can fix this by unifying everything, answering syllabus-based queries, planning revisions, and making learning engaging and personalized.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440" y="717494"/>
            <a:ext cx="7944734" cy="1858557"/>
          </a:xfrm>
        </p:spPr>
        <p:txBody>
          <a:bodyPr/>
          <a:lstStyle/>
          <a:p>
            <a:r>
              <a:rPr lang="en-US" dirty="0"/>
              <a:t>The proposed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14C1BC-C044-845C-B4FE-65D6964C04B1}"/>
              </a:ext>
            </a:extLst>
          </p:cNvPr>
          <p:cNvSpPr txBox="1"/>
          <p:nvPr/>
        </p:nvSpPr>
        <p:spPr>
          <a:xfrm>
            <a:off x="845440" y="2712522"/>
            <a:ext cx="7443153" cy="143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ptos Display" panose="020B0004020202020204" pitchFamily="34" charset="0"/>
              </a:rPr>
              <a:t>We have come up with a solution to this problem i.e. </a:t>
            </a:r>
            <a:r>
              <a:rPr lang="en-US" sz="2000" b="1" dirty="0">
                <a:latin typeface="Aptos Display" panose="020B0004020202020204" pitchFamily="34" charset="0"/>
              </a:rPr>
              <a:t>GyanVerse.AI</a:t>
            </a:r>
            <a:r>
              <a:rPr lang="en-US" sz="2000" dirty="0">
                <a:latin typeface="Aptos Display" panose="020B0004020202020204" pitchFamily="34" charset="0"/>
              </a:rPr>
              <a:t>  which automatically ingests your raw learning materials and instantly converts them into structured, personalized, and active study tools.</a:t>
            </a:r>
            <a:endParaRPr lang="en-IN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26" y="1106129"/>
            <a:ext cx="8544232" cy="752482"/>
          </a:xfrm>
        </p:spPr>
        <p:txBody>
          <a:bodyPr/>
          <a:lstStyle/>
          <a:p>
            <a:r>
              <a:rPr lang="en-US" dirty="0"/>
              <a:t>What makes this special 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1" y="2536723"/>
            <a:ext cx="7384025" cy="3274142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Complete RAG Implementation</a:t>
            </a:r>
            <a:r>
              <a:rPr lang="en-US" dirty="0">
                <a:latin typeface="Aptos Display" panose="020B0004020202020204" pitchFamily="34" charset="0"/>
              </a:rPr>
              <a:t>: Real vector embeddings and semantic search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Production-Quality Code</a:t>
            </a:r>
            <a:r>
              <a:rPr lang="en-US" dirty="0">
                <a:latin typeface="Aptos Display" panose="020B0004020202020204" pitchFamily="34" charset="0"/>
              </a:rPr>
              <a:t>: Clean architecture, proper error handling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Hackathon-Perfect</a:t>
            </a:r>
            <a:r>
              <a:rPr lang="en-US" dirty="0">
                <a:latin typeface="Aptos Display" panose="020B0004020202020204" pitchFamily="34" charset="0"/>
              </a:rPr>
              <a:t>: Impressive features that solve real problems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ptos Display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Scalable Foundation</a:t>
            </a:r>
            <a:r>
              <a:rPr lang="en-US" dirty="0">
                <a:latin typeface="Aptos Display" panose="020B0004020202020204" pitchFamily="34" charset="0"/>
              </a:rPr>
              <a:t>: Ready for additional features and scaling</a:t>
            </a:r>
          </a:p>
          <a:p>
            <a:pPr algn="just"/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552" y="319855"/>
            <a:ext cx="5319641" cy="994164"/>
          </a:xfrm>
        </p:spPr>
        <p:txBody>
          <a:bodyPr/>
          <a:lstStyle/>
          <a:p>
            <a:r>
              <a:rPr lang="en-US" dirty="0"/>
              <a:t>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3080" y="2057223"/>
            <a:ext cx="8505293" cy="4097772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Aptos Display" panose="020B0004020202020204" pitchFamily="34" charset="0"/>
              </a:rPr>
              <a:t>The application is </a:t>
            </a:r>
            <a:r>
              <a:rPr lang="en-IN" sz="2000" b="1" dirty="0">
                <a:latin typeface="Aptos Display" panose="020B0004020202020204" pitchFamily="34" charset="0"/>
              </a:rPr>
              <a:t>completely functional</a:t>
            </a:r>
            <a:r>
              <a:rPr lang="en-IN" sz="2000" dirty="0">
                <a:latin typeface="Aptos Display" panose="020B0004020202020204" pitchFamily="34" charset="0"/>
              </a:rPr>
              <a:t> and includes:</a:t>
            </a:r>
          </a:p>
          <a:p>
            <a:pPr marL="0" indent="0">
              <a:buNone/>
            </a:pPr>
            <a:endParaRPr lang="en-IN" sz="2000" dirty="0">
              <a:latin typeface="Aptos Display" panose="020B0004020202020204" pitchFamily="34" charset="0"/>
            </a:endParaRPr>
          </a:p>
          <a:p>
            <a:r>
              <a:rPr lang="en-IN" sz="2000" b="1" dirty="0">
                <a:latin typeface="Aptos Display" panose="020B0004020202020204" pitchFamily="34" charset="0"/>
              </a:rPr>
              <a:t>User Flow</a:t>
            </a:r>
            <a:r>
              <a:rPr lang="en-IN" sz="2000" dirty="0">
                <a:latin typeface="Aptos Display" panose="020B0004020202020204" pitchFamily="34" charset="0"/>
              </a:rPr>
              <a:t>: Register → Login → Upload Documents → Ask Questions → Generate Quizzes → View Analytics</a:t>
            </a:r>
          </a:p>
          <a:p>
            <a:r>
              <a:rPr lang="en-IN" sz="2000" b="1" dirty="0">
                <a:latin typeface="Aptos Display" panose="020B0004020202020204" pitchFamily="34" charset="0"/>
              </a:rPr>
              <a:t>Mock Data</a:t>
            </a:r>
            <a:r>
              <a:rPr lang="en-IN" sz="2000" dirty="0">
                <a:latin typeface="Aptos Display" panose="020B0004020202020204" pitchFamily="34" charset="0"/>
              </a:rPr>
              <a:t>: Pre-populated with example stats and activities for demo</a:t>
            </a:r>
          </a:p>
          <a:p>
            <a:r>
              <a:rPr lang="en-IN" sz="2000" b="1" dirty="0">
                <a:latin typeface="Aptos Display" panose="020B0004020202020204" pitchFamily="34" charset="0"/>
              </a:rPr>
              <a:t>Professional UI</a:t>
            </a:r>
            <a:r>
              <a:rPr lang="en-IN" sz="2000" dirty="0">
                <a:latin typeface="Aptos Display" panose="020B0004020202020204" pitchFamily="34" charset="0"/>
              </a:rPr>
              <a:t>: Clean, modern interface that looks production-ready</a:t>
            </a:r>
          </a:p>
          <a:p>
            <a:r>
              <a:rPr lang="en-IN" sz="2000" b="1" dirty="0">
                <a:latin typeface="Aptos Display" panose="020B0004020202020204" pitchFamily="34" charset="0"/>
              </a:rPr>
              <a:t>API Documentation</a:t>
            </a:r>
            <a:r>
              <a:rPr lang="en-IN" sz="2000" dirty="0">
                <a:latin typeface="Aptos Display" panose="020B0004020202020204" pitchFamily="34" charset="0"/>
              </a:rPr>
              <a:t>: All endpoints documented with usage examples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564" y="629265"/>
            <a:ext cx="9036559" cy="834291"/>
          </a:xfrm>
        </p:spPr>
        <p:txBody>
          <a:bodyPr/>
          <a:lstStyle/>
          <a:p>
            <a:r>
              <a:rPr lang="en-US" dirty="0"/>
              <a:t>Technical implementations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83028" y="1635622"/>
            <a:ext cx="7719036" cy="4434348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</a:pPr>
            <a:endParaRPr lang="en-US" b="1" dirty="0"/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900" b="1" dirty="0">
                <a:latin typeface="Aptos Display" panose="020B0004020202020204" pitchFamily="34" charset="0"/>
              </a:rPr>
              <a:t>React components</a:t>
            </a:r>
            <a:r>
              <a:rPr lang="en-US" sz="2900" dirty="0">
                <a:latin typeface="Aptos Display" panose="020B0004020202020204" pitchFamily="34" charset="0"/>
              </a:rPr>
              <a:t> with Tailwind CSS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900" b="1" dirty="0">
                <a:latin typeface="Aptos Display" panose="020B0004020202020204" pitchFamily="34" charset="0"/>
              </a:rPr>
              <a:t>Responsive design</a:t>
            </a:r>
            <a:r>
              <a:rPr lang="en-US" sz="2900" dirty="0">
                <a:latin typeface="Aptos Display" panose="020B0004020202020204" pitchFamily="34" charset="0"/>
              </a:rPr>
              <a:t> for all devices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900" b="1" dirty="0">
                <a:latin typeface="Aptos Display" panose="020B0004020202020204" pitchFamily="34" charset="0"/>
              </a:rPr>
              <a:t>Smooth routing</a:t>
            </a:r>
            <a:r>
              <a:rPr lang="en-US" sz="2900" dirty="0">
                <a:latin typeface="Aptos Display" panose="020B0004020202020204" pitchFamily="34" charset="0"/>
              </a:rPr>
              <a:t> between landing page and app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900" b="1" dirty="0">
                <a:latin typeface="Aptos Display" panose="020B0004020202020204" pitchFamily="34" charset="0"/>
              </a:rPr>
              <a:t>Authentication-aware</a:t>
            </a:r>
            <a:r>
              <a:rPr lang="en-US" sz="2900" dirty="0">
                <a:latin typeface="Aptos Display" panose="020B0004020202020204" pitchFamily="34" charset="0"/>
              </a:rPr>
              <a:t> navigation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900" b="1" dirty="0">
                <a:latin typeface="Aptos Display" panose="020B0004020202020204" pitchFamily="34" charset="0"/>
              </a:rPr>
              <a:t>SEO-friendly</a:t>
            </a:r>
            <a:r>
              <a:rPr lang="en-US" sz="2900" dirty="0">
                <a:latin typeface="Aptos Display" panose="020B0004020202020204" pitchFamily="34" charset="0"/>
              </a:rPr>
              <a:t> structure</a:t>
            </a:r>
          </a:p>
          <a:p>
            <a:pPr algn="just">
              <a:lnSpc>
                <a:spcPct val="160000"/>
              </a:lnSpc>
            </a:pPr>
            <a:endParaRPr lang="en-US" sz="2900" dirty="0">
              <a:latin typeface="Aptos Display" panose="020B0004020202020204" pitchFamily="34" charset="0"/>
            </a:endParaRPr>
          </a:p>
          <a:p>
            <a:pPr algn="just">
              <a:lnSpc>
                <a:spcPct val="160000"/>
              </a:lnSpc>
            </a:pPr>
            <a:r>
              <a:rPr lang="en-US" sz="2900" dirty="0">
                <a:latin typeface="Aptos Display" panose="020B0004020202020204" pitchFamily="34" charset="0"/>
              </a:rPr>
              <a:t>This landing page is designed to </a:t>
            </a:r>
            <a:r>
              <a:rPr lang="en-US" sz="2900" b="1" dirty="0">
                <a:latin typeface="Aptos Display" panose="020B0004020202020204" pitchFamily="34" charset="0"/>
              </a:rPr>
              <a:t>convert visitors into users</a:t>
            </a:r>
            <a:r>
              <a:rPr lang="en-US" sz="2900" dirty="0">
                <a:latin typeface="Aptos Display" panose="020B0004020202020204" pitchFamily="34" charset="0"/>
              </a:rPr>
              <a:t> by clearly showing the value, building trust through social proof, and making it effortless to get started. </a:t>
            </a:r>
          </a:p>
          <a:p>
            <a:pPr algn="just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224871"/>
            <a:ext cx="4149214" cy="936143"/>
          </a:xfrm>
        </p:spPr>
        <p:txBody>
          <a:bodyPr/>
          <a:lstStyle/>
          <a:p>
            <a:r>
              <a:rPr lang="en-US" dirty="0"/>
              <a:t>Tech stack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973" y="2135879"/>
            <a:ext cx="4149214" cy="3720337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Backend – Node.js, JSON         ChatRoutes.js        FileRoutes.js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AI engine - </a:t>
            </a:r>
            <a:r>
              <a:rPr lang="en-US" dirty="0" err="1">
                <a:latin typeface="Aptos Display" panose="020B0004020202020204" pitchFamily="34" charset="0"/>
              </a:rPr>
              <a:t>FastAPI</a:t>
            </a:r>
            <a:r>
              <a:rPr lang="en-US" dirty="0">
                <a:latin typeface="Aptos Display" panose="020B0004020202020204" pitchFamily="34" charset="0"/>
              </a:rPr>
              <a:t>, langchain,GPT-5, RAG-pipeline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Automation - N8N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Frontend- React, Next.js, chat.js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Database setup - PostgreSQL, MongoDB, Pinecone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Deployment - API key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09859" y="2185040"/>
            <a:ext cx="3524308" cy="3909837"/>
          </a:xfrm>
        </p:spPr>
        <p:txBody>
          <a:bodyPr>
            <a:norm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Diff python libraries Integration to </a:t>
            </a:r>
            <a:r>
              <a:rPr lang="en-US" dirty="0" err="1">
                <a:latin typeface="Aptos Display" panose="020B0004020202020204" pitchFamily="34" charset="0"/>
              </a:rPr>
              <a:t>FastAPI</a:t>
            </a:r>
            <a:endParaRPr lang="en-US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To Fetch analytics data – Axios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ptos Display" panose="020B0004020202020204" pitchFamily="34" charset="0"/>
              </a:rPr>
              <a:t>Dashboard.jsProgresschart.jsxWeaktopilist.jsx</a:t>
            </a: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63" y="101921"/>
            <a:ext cx="3382297" cy="752533"/>
          </a:xfrm>
        </p:spPr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003F92-35C2-122C-5597-761372005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475" y="118800"/>
            <a:ext cx="1471308" cy="147130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FED668-8DC7-EA21-17C4-D6C8EAC86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49" y="1789472"/>
            <a:ext cx="9905089" cy="451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320C-A52D-1ED1-E7E3-55D509AA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AD8324-70AE-20D1-7FB2-6656A372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63" y="101921"/>
            <a:ext cx="3382297" cy="752533"/>
          </a:xfrm>
        </p:spPr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F4450-C142-B433-5B88-9D83F49C9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39E42A-08BD-D743-8691-3D6AEA235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170" y="101921"/>
            <a:ext cx="1452961" cy="14529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6CA586-7B15-F020-943D-7BA94FAFA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32" y="1386348"/>
            <a:ext cx="10174630" cy="501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1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513" y="2998469"/>
            <a:ext cx="5866416" cy="861061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{5A7DBA34-8914-4E0C-A515-6F99CE87C559}tf78438558_win32</Template>
  <TotalTime>75</TotalTime>
  <Words>337</Words>
  <Application>Microsoft Office PowerPoint</Application>
  <PresentationFormat>Widescreen</PresentationFormat>
  <Paragraphs>52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PowerPoint Presentation</vt:lpstr>
      <vt:lpstr>Problem statement  </vt:lpstr>
      <vt:lpstr>The proposed solution</vt:lpstr>
      <vt:lpstr>What makes this special ? </vt:lpstr>
      <vt:lpstr>functionalities</vt:lpstr>
      <vt:lpstr>Technical implementations</vt:lpstr>
      <vt:lpstr>Tech stack </vt:lpstr>
      <vt:lpstr>prototype</vt:lpstr>
      <vt:lpstr>prototype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Anshika Srivastava</dc:creator>
  <cp:lastModifiedBy>Anshika Srivastava</cp:lastModifiedBy>
  <cp:revision>2</cp:revision>
  <dcterms:created xsi:type="dcterms:W3CDTF">2025-11-06T09:54:35Z</dcterms:created>
  <dcterms:modified xsi:type="dcterms:W3CDTF">2025-11-06T13:55:14Z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